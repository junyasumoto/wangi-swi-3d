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>
                <a:solidFill>
                  <a:srgbClr val="FFFFFF"/>
                </a:solidFill>
                <a:latin typeface="Yu Gothic UI"/>
              </a:rPr>
              <a:t>Claude Code で始める</a:t>
            </a:r>
          </a:p>
          <a:p>
            <a:pPr algn="l">
              <a:spcAft>
                <a:spcPts val="1200"/>
              </a:spcAft>
            </a:pPr>
            <a:r>
              <a:rPr sz="4000" b="1">
                <a:solidFill>
                  <a:srgbClr val="C15F3C"/>
                </a:solidFill>
                <a:latin typeface="Yu Gothic UI"/>
              </a:rPr>
              <a:t>FloPy / MODFLOW 環境構築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105457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F2EEE9"/>
                </a:solidFill>
                <a:latin typeface="Yu Gothic UI"/>
              </a:rPr>
              <a:t>AI エージェントと進める、地下水モデリングのセットアップ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conda 仮想環境 + flopy + MODFLOW 6 実行体 / 実例: Wangi 3D 海水侵入モデル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このトークの主題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ゼロから FloPy/MODFLOW 環境を立ち上げ、解析を回すまでを AI エージェントと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焦点は『環境構築』— 仮想環境・flopy・MODFLOW 実行体・動作確認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コマンド実行・バージョン整合・実行体入手・デバッグを Claude Code が代行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人は方針と判断に集中、AI が手を動かす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最後に実例の解析成果を少しだけ（Wangi 3D 海水侵入モデル）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Claude Code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WHAT IS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ターミナルで動く AI コーディングエージェント (Anthropic)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コマンド実行 (PowerShell / bash)、ファイル編集、結果の確認・要約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長時間ジョブのバックグラウンド実行、セッションをまたぐ永続メモリ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「環境構築のコマンドを、対話しながら実際に実行してくれる」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conda / pip / get-modflow を打ち、出力を読んで次の手を提案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つまずけばエラーを解析して直す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FloPy / MODFLOW スタックの全体像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THE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336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必要なものは大きく4層: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Python (conda 仮想環境)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flopy = MODFLOW を Python で組む橋渡し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MODFLOW 6 の実行体 (mf6.exe)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解析 numpy/pandas/… と PEST++/pyemu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Claude Code が各層のセットアップ・実行・修正を代行</a:t>
            </a:r>
          </a:p>
        </p:txBody>
      </p:sp>
      <p:pic>
        <p:nvPicPr>
          <p:cNvPr id="7" name="Picture 6" descr="flop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775" y="1879275"/>
            <a:ext cx="5852160" cy="40138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環境構築が地味に大変な理由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WHY IT'S FIDDLY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パッケージのバージョン整合 (numpy / flopy / scipy …)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MODFLOW は『実行体 (コンパイル済バイナリ)』が別途必要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Python ライブラリだけでは動かない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OS 差・特殊ビルド・絶対パス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例: 海水侵入(SWI)+潮汐は公式リリースに無い特殊ビルドが要る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→ この試行錯誤を AI に任せると速い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Step 1 — 仮想環境を作る (conda)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STEP 1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プロジェクト専用の隔離環境を作る → 既存環境を壊さない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10911535" cy="2011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6200" cy="20116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10545775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仮想環境を作成して有効化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conda create -n flopy_env python=3.11 -y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conda activate flopy_env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Claude Code がコマンドを実行し、作成された環境を env list で確認。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Step 2 — flopy と依存パッケージ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STEP 2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flopy 本体と、解析・キャリブレーションに使う一式を導入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10911535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6200" cy="27432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10545775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flopy + 解析 + PEST 連携ライブラリ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pip install flopy matplotlib pandas scipy pyemu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導入確認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python -c "import flopy; print(flopy.__version__)"   # -&gt; 3.9.2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バージョンを即確認。整合しなければ Claude Code が固定バージョンを提案。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Step 3 — MODFLOW 実行体を入手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STEP 3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flopy 同梱の get-modflow で USGS 公式バイナリを自動取得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10911535" cy="32918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6200" cy="329184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10545775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公式 MODFLOW 実行体 (mf6.exe ほか) を ./bin にDL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get-modflow ./bin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本プロジェクトは SWI + 潮汐の特殊ビルドが必要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  → 公式 get-modflow では入らない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  → 自前/配布ビルドを配置: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#     wangi_swi/mf6.6.0-SWI-Tides/mf6.exe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標準は get-modflow で完結。特殊機能だけ Claude Code が所在を探索・特定。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Step 4 — 動作確認 (スモークテスト)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STEP 4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最小モデルを flopy で組んで実行 → success なら環境完成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10911535" cy="4206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6200" cy="420624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10545775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import flopy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sim = flopy.mf6.MFSimulation(sim_ws="smoke", exe_name="mf6")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flopy.mf6.ModflowTdis(sim); flopy.mf6.ModflowIms(sim)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gwf = flopy.mf6.ModflowGwf(sim, modelname="m")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flopy.mf6.ModflowGwfdis(gwf, nlay=1, nrow=10, ncol=10)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flopy.mf6.ModflowGwfic(gwf); flopy.mf6.ModflowGwfnpf(gwf)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flopy.mf6.ModflowGwfchd(gwf,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    stress_period_data=[[(0,0,0),1.0],[(0,9,9),0.0]])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flopy.mf6.ModflowGwfoc(gwf, head_filerecord="m.hds",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    saverecord=[("HEAD","ALL")])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sim.write_simulation(); ok, _ = sim.run_simulation()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EAEA"/>
                </a:solidFill>
                <a:latin typeface="Consolas"/>
              </a:rPr>
              <a:t>print("success:", ok)    # -&gt; True なら環境OK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実プロジェクトでの『環境差異』対応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REAL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本事例: 2 台の PC を Dropbox 同期 → 絶対パスがずれて動かない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python / mf6 / pestpp の場所がマシンで違う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Claude Code が自動対応: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ホスト名を検出し、制御ファイルのパスを書き換え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SWI 対応の特殊 mf6 ビルドを探索して特定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別マシンの過去ログとの差分から原因を即同定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→ 「なぜ動かないか」を人手で追う時間を圧縮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壊さず・再現する工夫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環境を固定して共有・再現: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conda env export &gt; environment.yml / pip freeze &gt; requirements.txt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Claude Code の永続メモリに『環境メモ』を保存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python/mf6/pestpp のパス、特殊ビルドの所在を記録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次セッションでも即座に環境差異へ対応できる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→ 一度きりのセットアップを、再現可能な資産に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ここまでの構図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THE DIVISION OF LABOR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人は『方針・判断』、AI は『手を動かす』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create → install → get-modflow → verify → fix を Claude Code が実行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各ステップの出力を読み、次の一手を提案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環境構築の試行錯誤 (普段いちばん面倒な所) を圧縮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解析本体に早く入れる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そして解析へ — ショーケース①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06521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環境ができたら flopy でモデル構築 → PEST++ でキャリブレーション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Wangi 島 3D 海水侵入モデル (MODFLOW 6 + SWI)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観測井 20 本、水理状態で分類して同化集合を定義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regional / perched / boundary-controlled</a:t>
            </a:r>
          </a:p>
        </p:txBody>
      </p:sp>
      <p:pic>
        <p:nvPicPr>
          <p:cNvPr id="7" name="Picture 6" descr="paper_well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49" y="1325880"/>
            <a:ext cx="485113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ショーケース② — 主結果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06521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宙水を除いた 14 井戸・3-zone K2 キャリブレーション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RMSE 1.75 m、非現実的な涵養を使わない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regional 井戸は 1:1 付近に整合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環境構築 → 解析 → 可視化 → 文書化まで一気通貫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この図やスライドも Claude Code が生成</a:t>
            </a:r>
          </a:p>
        </p:txBody>
      </p:sp>
      <p:pic>
        <p:nvPicPr>
          <p:cNvPr id="7" name="Picture 6" descr="paper_obs_vs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132588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Yu Gothic UI"/>
              </a:rPr>
              <a:t>Claude Code が環境構築で効いた点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WHY IT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conda / pip / get-modflow のコマンド実行と結果確認を代行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MODFLOW 実行体の入手・特殊ビルドの探索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環境差異 (パス・OS) の自動検出・修正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動作確認 (スモークテスト) の自動化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永続メモリ + env ファイルで再現性を担保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セットアップから解析・可視化まで対話で一貫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577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Yu Gothic UI"/>
              </a:rPr>
              <a:t>FloPy/MODFLOW 環境構築は『手順は単純だが詰まりやすい』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2EEE9"/>
                </a:solidFill>
                <a:latin typeface="Yu Gothic UI"/>
              </a:rPr>
              <a:t>仮想環境作成 → flopy 導入 → 実行体入手 → 動作確認 を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2EEE9"/>
                </a:solidFill>
                <a:latin typeface="Yu Gothic UI"/>
              </a:rPr>
              <a:t>  Claude Code がコマンド実行・検証・修正まで代行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2EEE9"/>
                </a:solidFill>
                <a:latin typeface="Yu Gothic UI"/>
              </a:rPr>
              <a:t>特殊ビルドや環境差異といった『現場の壁』も AI が探索して解決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663440"/>
            <a:ext cx="10545775" cy="13716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663440"/>
            <a:ext cx="76200" cy="13716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00600"/>
            <a:ext cx="101800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15F3C"/>
                </a:solidFill>
                <a:latin typeface="Yu Gothic UI"/>
              </a:rPr>
              <a:t>Key message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Yu Gothic UI"/>
              </a:rPr>
              <a:t>環境構築という一番面倒な入口を AI が引き受けることで、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Yu Gothic UI"/>
              </a:rPr>
              <a:t>人は『どうモデル化し、何を信じるか』という本質に集中できる。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